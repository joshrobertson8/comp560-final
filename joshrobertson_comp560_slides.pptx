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ECCDF"/>
                </a:solidFill>
                <a:latin typeface="Calibri"/>
              </a:rPr>
              <a:t>COMP 560 ·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Object Re-Identification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CADCFC"/>
                </a:solidFill>
                <a:latin typeface="Calibri"/>
              </a:rPr>
              <a:t>Cross-domain feature learning with DINOv2,
BNNeck, and two-level PK sampling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63946"/>
                </a:solidFill>
                <a:latin typeface="Calibri"/>
              </a:rPr>
              <a:t>KEY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99.95%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Rank-1 on Dataset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4406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88.19%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989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mAP on Dataset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4406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+12.4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989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Cross-domain mAP 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54406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255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5989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images/sec on MPS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A5BB"/>
                </a:solidFill>
                <a:latin typeface="Calibri"/>
              </a:rPr>
              <a:t>Josh Robertson  ·  Student ID 730711465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AB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2638"/>
                </a:solidFill>
                <a:latin typeface="Calibri"/>
              </a:rPr>
              <a:t>The task: identify individuals across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E86AB"/>
                </a:solidFill>
                <a:latin typeface="Calibri"/>
              </a:rPr>
              <a:t>Embedding learning for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Encode an image into a discriminative embedding.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Rank a gallery by cosine similarity to a query.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Score by Rank-K and mean average precision (mAP).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Submitted interface: StudentModel.encode(images) → (B, 256) L2-normed.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Evaluation is efficiency-aware (throughput, memory, embed dim).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920240"/>
            <a:ext cx="5577840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1920240"/>
            <a:ext cx="164592" cy="2148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29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638"/>
                </a:solidFill>
                <a:latin typeface="Calibri"/>
              </a:rPr>
              <a:t>DATASET A  ·  OpenAnimals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957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C78"/>
                </a:solidFill>
                <a:latin typeface="Calibri"/>
              </a:rPr>
              <a:t>Wildlife, 37 sub-datasets, available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788920"/>
            <a:ext cx="49377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109 927 train images · 30 561 test images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10 249 identities · 37 species / sub-datasets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Query/gallery split built from test.parquet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4206240"/>
            <a:ext cx="5577840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4206240"/>
            <a:ext cx="164592" cy="21488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315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638"/>
                </a:solidFill>
                <a:latin typeface="Calibri"/>
              </a:rPr>
              <a:t>DATASET B  ·  Vehicle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6817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3946"/>
                </a:solidFill>
                <a:latin typeface="Calibri"/>
              </a:rPr>
              <a:t>Withheld — evaluated at grading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07492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20 cameras · ~776 identities · ~13 k images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Same-camera matches excluded at eval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Different domain → model must generalize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C7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A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2638"/>
                </a:solidFill>
                <a:latin typeface="Calibri"/>
              </a:rPr>
              <a:t>Approach: one model, built for two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251460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 · BACKBONE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514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2240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DINOv2 ViT-S/14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SSL pre-train on LVD-142M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21 M params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Freeze blocks 0–5 (6 of 12)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965960"/>
            <a:ext cx="251460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0574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2 · HEAD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468880"/>
            <a:ext cx="2514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606040"/>
            <a:ext cx="2240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BNNeck (Luo et al. 2019)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Linear 384 → 256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BatchNorm1d, no bias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Pre-BN → triplet,
post-BN → classifier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965960"/>
            <a:ext cx="251460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0574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3 · SAMPLER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468880"/>
            <a:ext cx="2514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2240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Two-level PK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Uniform sub-dataset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P = 16 ids × K = 4 imgs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Batch 64 · harder negatives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1965960"/>
            <a:ext cx="2514600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0574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4 · LOSS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2468880"/>
            <a:ext cx="2514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606040"/>
            <a:ext cx="2240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CosFace (m = 0.35, s = 30)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+ hard-mining triplet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Label smoothing 0.1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AdamW · cosine LR · bf16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1772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617720"/>
            <a:ext cx="3657600" cy="914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638"/>
                </a:solidFill>
                <a:latin typeface="Calibri"/>
              </a:rPr>
              <a:t>Partial freeze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Preserve the DINOv2 features that transfer to Dataset B. Only the top half of the transformer moves.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61772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617720"/>
            <a:ext cx="3657600" cy="914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846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638"/>
                </a:solidFill>
                <a:latin typeface="Calibri"/>
              </a:rPr>
              <a:t>Two-level sampling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25780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Balanced across 37 sub-datasets → rare domains aren't drowned by CatIndividualImages.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61772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4617720"/>
            <a:ext cx="3657600" cy="914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846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638"/>
                </a:solidFill>
                <a:latin typeface="Calibri"/>
              </a:rPr>
              <a:t>Cross-domain dev 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25780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3 held-out sub-datasets act as a proxy for Dataset B. Save on dev mAP, not train loss.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C7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AB"/>
                </a:solidFill>
                <a:latin typeface="Calibri"/>
              </a:rPr>
              <a:t>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2638"/>
                </a:solidFill>
                <a:latin typeface="Calibri"/>
              </a:rPr>
              <a:t>Training losses decreased cleanly over 25 epochs</a:t>
            </a:r>
          </a:p>
        </p:txBody>
      </p:sp>
      <p:pic>
        <p:nvPicPr>
          <p:cNvPr id="5" name="Picture 4" descr="01_training_lo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7498079" cy="41622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75320" y="1920240"/>
            <a:ext cx="34290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21945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63946"/>
                </a:solidFill>
                <a:latin typeface="Calibri"/>
              </a:rP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514600"/>
            <a:ext cx="2880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CosFace dropped 16.95 → 3.08 over 25 epochs.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Triplet loss fell from 0.35 → 0.08 — hardest-positive and hardest-negative pairs became well separated.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No instability, no NaN restarts. bf16 autocast on MPS was stable throughout.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~19 min per epoch on Apple Silicon MPS (total ≈ 8 h).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C7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AB"/>
                </a:solidFill>
                <a:latin typeface="Calibri"/>
              </a:rPr>
              <a:t>KEY SIGNAL — DATASET B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2638"/>
                </a:solidFill>
                <a:latin typeface="Calibri"/>
              </a:rPr>
              <a:t>Cross-domain generalization improved — and we kept the best checkpoint</a:t>
            </a:r>
          </a:p>
        </p:txBody>
      </p:sp>
      <p:pic>
        <p:nvPicPr>
          <p:cNvPr id="5" name="Picture 4" descr="02_cross_domain_dev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7498079" cy="41601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75320" y="1920240"/>
            <a:ext cx="34290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21945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63946"/>
                </a:solidFill>
                <a:latin typeface="Calibri"/>
              </a:rP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514600"/>
            <a:ext cx="2880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Three sub-datasets held out from training, evaluated every 2 epochs.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Mean mAP peaked at epoch 10 (51.05, +12.4 vs zero-shot).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Later epochs regressed slightly (50.0 by epoch 25) — classifier starts memorizing.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Checkpoint saver held epoch 10 automatically. This is the weights we 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C7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AB"/>
                </a:solidFill>
                <a:latin typeface="Calibri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2638"/>
                </a:solidFill>
                <a:latin typeface="Calibri"/>
              </a:rPr>
              <a:t>Dataset A results — crushed the baseline</a:t>
            </a:r>
          </a:p>
        </p:txBody>
      </p:sp>
      <p:pic>
        <p:nvPicPr>
          <p:cNvPr id="5" name="Picture 4" descr="03_dataset_a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7498079" cy="41639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75320" y="1920240"/>
            <a:ext cx="34290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21945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63946"/>
                </a:solidFill>
                <a:latin typeface="Calibri"/>
              </a:rP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514600"/>
            <a:ext cx="2880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Rank-1: 99.95 %  (vs VLM baseline ~60 %)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mAP: 88.19 %  (vs VLM baseline ~50 %)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All 7 334 queries found a true match by Rank-5.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Combined score 94.07 % · mINP 34.62 %.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C7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AB"/>
                </a:solidFill>
                <a:latin typeface="Calibri"/>
              </a:rPr>
              <a:t>EFFICIENCY · 30% OF 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2638"/>
                </a:solidFill>
                <a:latin typeface="Calibri"/>
              </a:rPr>
              <a:t>Efficiency — small, fast, cheap</a:t>
            </a:r>
          </a:p>
        </p:txBody>
      </p:sp>
      <p:pic>
        <p:nvPicPr>
          <p:cNvPr id="5" name="Picture 4" descr="04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7498079" cy="26893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75320" y="1920240"/>
            <a:ext cx="34290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21945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63946"/>
                </a:solidFill>
                <a:latin typeface="Calibri"/>
              </a:rP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514600"/>
            <a:ext cx="2880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255 img/s on MPS bf16 — 1 275× the VLM baseline.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~1.5 GB peak memory — 40× less than the VLM.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256-dim embeddings — 1.5× smaller than VLM's 384.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Projected ≥ 700 img/s on a consumer CUDA GPU.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C7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AB"/>
                </a:solidFill>
                <a:latin typeface="Calibri"/>
              </a:rPr>
              <a:t>DAY-1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2638"/>
                </a:solidFill>
                <a:latin typeface="Calibri"/>
              </a:rPr>
              <a:t>Backbone choice: DINOv2 over ConvNeXt — on purpose</a:t>
            </a:r>
          </a:p>
        </p:txBody>
      </p:sp>
      <p:pic>
        <p:nvPicPr>
          <p:cNvPr id="5" name="Picture 4" descr="05_backbone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7498079" cy="39534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75320" y="1920240"/>
            <a:ext cx="34290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21945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63946"/>
                </a:solidFill>
                <a:latin typeface="Calibri"/>
              </a:rP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514600"/>
            <a:ext cx="2880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Both backbones cleared the 30 img/s efficiency floor easily.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ConvNeXt-Tiny was ~12 % faster but uses ImageNet-supervised features.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DINOv2's self-supervised pre-training transfers far better to unseen Dataset B.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We traded a small throughput hit for a large generalization win.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C7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6AB"/>
                </a:solidFill>
                <a:latin typeface="Calibr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0F2638"/>
                </a:solidFill>
                <a:latin typeface="Calibri"/>
              </a:rPr>
              <a:t>37 sub-datasets, wildly imbalanced — why sampling matters</a:t>
            </a:r>
          </a:p>
        </p:txBody>
      </p:sp>
      <p:pic>
        <p:nvPicPr>
          <p:cNvPr id="5" name="Picture 4" descr="06_dataset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20240"/>
            <a:ext cx="4327855" cy="3774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6596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E86AB"/>
                </a:solidFill>
                <a:latin typeface="Calibri"/>
              </a:rPr>
              <a:t>Largest is 44× the smallest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67665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CatIndividualImages: 10 399 images — 44× the smallest sub-dataset.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ReunionTurtles: 237 images. ZakynthosTurtles: 114.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Naive PK sampling over 109 k images would draw a cat identity ~90 %  of batches and never see the rare sub-datasets.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Our two-level sampler draws the sub-dataset uniformly first, then P=16 identities within it — rare domains get equal batches.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Bonus: same-domain batches produce harder negatives for the triplet loss (cat vs cat, not cat vs whale).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03520"/>
            <a:ext cx="67665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44068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63946"/>
                </a:solidFill>
                <a:latin typeface="Calibri"/>
              </a:rPr>
              <a:t>HELD OUT AS CROSS-DOMAIN 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6072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AAUZebraFish (fish)  ·  PolarBearVidID (video)  ·  SMALST (synthetic) — three visually distinct sub-datasets chosen as proxies for the unseen Dataset 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6C7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ECCDF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Cross-domain ReID, done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3566160" cy="2926080"/>
          </a:xfrm>
          <a:prstGeom prst="rect">
            <a:avLst/>
          </a:prstGeom>
          <a:solidFill>
            <a:srgbClr val="0F2638"/>
          </a:solidFill>
          <a:ln w="9525">
            <a:solidFill>
              <a:srgbClr val="23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356616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63946"/>
                </a:solidFill>
                <a:latin typeface="Calibri"/>
              </a:rP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99.95 / 88.19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Rank-1 / mAP on Dataset A.
+40 / +38 over the provided
VLM baseline.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286000"/>
            <a:ext cx="3566160" cy="2926080"/>
          </a:xfrm>
          <a:prstGeom prst="rect">
            <a:avLst/>
          </a:prstGeom>
          <a:solidFill>
            <a:srgbClr val="0F2638"/>
          </a:solidFill>
          <a:ln w="9525">
            <a:solidFill>
              <a:srgbClr val="23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286000"/>
            <a:ext cx="356616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606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63946"/>
                </a:solidFill>
                <a:latin typeface="Calibri"/>
              </a:rPr>
              <a:t>GENERALIZATION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260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+12.4 mean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0233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On 3 held-out sub-datasets.
Partial freeze + SSL backbone
kept Dataset B transfer intact.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286000"/>
            <a:ext cx="3566160" cy="2926080"/>
          </a:xfrm>
          <a:prstGeom prst="rect">
            <a:avLst/>
          </a:prstGeom>
          <a:solidFill>
            <a:srgbClr val="0F2638"/>
          </a:solidFill>
          <a:ln w="9525">
            <a:solidFill>
              <a:srgbClr val="23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286000"/>
            <a:ext cx="356616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606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63946"/>
                </a:solidFill>
                <a:latin typeface="Calibri"/>
              </a:rPr>
              <a:t>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9260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1 275× faster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0233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255 img/s at 1.5 GB mem,
256-dim embeddings. Well
under every efficiency cap.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AECCDF"/>
                </a:solidFill>
                <a:latin typeface="Calibri"/>
              </a:rPr>
              <a:t>DINOv2 ViT-S/14  ·  BNNeck  ·  CosFace + TripletHard  ·  two-level PK sampler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8AA5BB"/>
                </a:solidFill>
                <a:latin typeface="Calibri"/>
              </a:rPr>
              <a:t>Trained on Apple Silicon MPS · 25 epochs · best checkpoint at epoch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